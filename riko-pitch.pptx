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business loses money it already earned. A card expires. A customer abandons checkout at the last step. An invoice quietly passes its due date. Nobody notices for weeks — and by then most of that revenue is gone, not because the customer refused to pay, but because nobody asked. Traditional recovery is two extremes: brutal dunning sequences that burn trust, or nothing at all. Riko is the third 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loss rarely happens in one clean step. A payment degrades, a checkout gets abandoned, a subscription fails, or an invoice goes overdue. AI can now close the loop: detect the problem, diagnose it, choose the right intervention, and recover the money. That loop is Riko.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Riko watches the payment stream. When revenue goes at risk it diagnoses why, decides whether to act at all, and runs a bounded recovery conversation over email. Hold the architecture split in mind for the next four minutes: the AI decides what to say; deterministic code decides what is allowed.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slide. A deterministic policy engine establishes the bounds; a reasoning model drafts within them; post-generation validators enforce the result. If you remember one thing: the model never touches the send button.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₹2,400 payment fails on an expired card. Razorpay's webhook hits Riko and a case is born. Watch it move: NEW, DRAFTING, SENDING, WAITING — about twenty seconds, no human involved. Before a single word is written, the case passed eleven hard gates. Fail any gate and the case stops — with the reason recorded.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drafting: eleven gates — deliverability, consent, sender verification, caps, windows, cooldowns, age, minimum amounts. After drafting: the validator suite. Exact amount by AST parse. Name present. One allowlisted link. Blocklisted words absent. Tone compliance per rung. Violate a rule, the draft is regenerated with the specific failure fed back. Three strikes, it escalates to a human rather than sending something non-compliant.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magic. The customer replies in Hinglish, because that's how they talk. Riko classifies it, extracts the commitment — Friday — and moves the case to PROMISED. Outreach freezes. Friday passes two ways: payment arrives, RECOVERED, promise kept; or grace period, then the ladder resumes politely. Every promise tracked, every outcome recorded.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Recovery style isn't hardcoded — it's the merchant's. Attempts, windows, minimum amounts, tone, persistence, language, standing instructions in plain language: we're a small studio, never say invoice. The agent treats that as advice, never permission. And these aren't prompt suggestions — the policy page reflects them and code enforces them after the model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question every recovery tool dodges: how much would have come back anyway? Riko answers it. A merchant-configurable slice of cases is randomly held out — contacted by no one. Treatment rate minus holdout rate is proven lift. Plus every transition and model interaction sits in a SHA-256 hash-chained ledger — tamper with the database and the chain visibly breaks.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So: detection, diagnosis, bounded intervention, promise tracking, compliant escalation, stopping rules, and an honest measurement of money recovered — across a batch, not anecdotes. Riko. Win back the revenue. Keep the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RIKO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68680" y="3246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back the revenue. Keep the customer.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4069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revenue-recovery agent — bounded by guardrails the merchant draws.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68680" y="4892040"/>
            <a:ext cx="2011680" cy="411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5120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payments · Checkout abandonment · Overdue receivables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rarely dies in one clean step.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 degrades. A UPI mandate lapses. The failure is silent.</a:t>
            </a:r>
            <a:endParaRPr lang="en-US" sz="2000" dirty="0"/>
          </a:p>
          <a:p>
            <a:pPr algn="l" marL="177800" indent="-1778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checkout is abandoned at the final step — intent was there.</a:t>
            </a:r>
            <a:endParaRPr lang="en-US" sz="2000" dirty="0"/>
          </a:p>
          <a:p>
            <a:pPr algn="l" marL="177800" indent="-1778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invoice drifts past its due date while everyone is busy.</a:t>
            </a:r>
            <a:endParaRPr lang="en-US" sz="2000" dirty="0"/>
          </a:p>
          <a:p>
            <a:pPr algn="l" marL="177800" indent="-1778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anyone looks, the customer relationship has gone cold.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52120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2700">
            <a:solidFill>
              <a:srgbClr val="2626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5349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aren't lost customers. </a:t>
            </a:r>
            <a:pPr indent="0" marL="0">
              <a:buNone/>
            </a:pPr>
            <a:r>
              <a:rPr lang="en-US" sz="2000" b="1" i="1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They're conversations nobody was having.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RIKO DOES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Detect. Diagnose. Recover — within bounds.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141416"/>
          </a:solidFill>
          <a:ln w="12700">
            <a:solidFill>
              <a:srgbClr val="262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606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3246120"/>
            <a:ext cx="2788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webhooks ingest every failed payment, abandoned checkout, and overdue invoice as it happens.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80560" y="228600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141416"/>
          </a:solidFill>
          <a:ln w="12700">
            <a:solidFill>
              <a:srgbClr val="262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606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54880" y="3246120"/>
            <a:ext cx="2788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is classified: customer-side, issuer-side, or the merchant's own gateway config — and routed accordingly.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38160" y="228600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141416"/>
          </a:solidFill>
          <a:ln w="12700">
            <a:solidFill>
              <a:srgbClr val="2626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606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Recover, bounded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412480" y="3246120"/>
            <a:ext cx="2788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reasoning agent runs a multi-rung email conversation — promise tracking, reply understanding, polite persistence — inside hard limits.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two-way email, English + Hinglish.   WhatsApp and voice: on the roadmap.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never touches the send button.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141416"/>
          </a:solidFill>
          <a:ln w="12700">
            <a:solidFill>
              <a:srgbClr val="262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514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decides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10896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say, and when. Reasoning over failure codes, five escalation rungs, tone, reply understanding, promise dates, wait-vs-act judgment.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219456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141416"/>
          </a:solidFill>
          <a:ln w="12700">
            <a:solidFill>
              <a:srgbClr val="262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514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decides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0" y="310896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allowed. Eleven safety gates before drafting. AST + regex validation after it. A hash-chained audit ledger under everything. Enforced after the model decides — every time.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Judgment without obedience is unsafe. Obedience without judgment is useless. Riko has both, separated.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case is a state machine, not a chat log.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2700">
            <a:solidFill>
              <a:srgbClr val="262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517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395728" y="2651760"/>
            <a:ext cx="329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97480" y="265176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2700">
            <a:solidFill>
              <a:srgbClr val="262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26517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70248" y="2651760"/>
            <a:ext cx="329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0" y="265176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2700">
            <a:solidFill>
              <a:srgbClr val="2626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6517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44768" y="2651760"/>
            <a:ext cx="329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46520" y="265176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2700">
            <a:solidFill>
              <a:srgbClr val="2626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6517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19288" y="2651760"/>
            <a:ext cx="329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21040" y="265176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2700">
            <a:solidFill>
              <a:srgbClr val="2626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6517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893808" y="2651760"/>
            <a:ext cx="329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95560" y="265176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0F2A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95560" y="26517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39319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webhook → case born → reasoned → drafted → validated → sent. ~20 seconds, no human.</a:t>
            </a:r>
            <a:endParaRPr lang="en-US" sz="1800" dirty="0"/>
          </a:p>
          <a:p>
            <a:pPr algn="l" marL="177800" indent="-1778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commits to a date → outreach freezes until then. Promise kept → RECOVERED. Broken → ladder resumes, politely.</a:t>
            </a:r>
            <a:endParaRPr lang="en-US" sz="1800" dirty="0"/>
          </a:p>
          <a:p>
            <a:pPr algn="l" marL="177800" indent="-1778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carries a reason and an actor, appended to a tamper-evident ledger.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Eleven gates in. Six validators out.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141416"/>
          </a:solidFill>
          <a:ln w="12700">
            <a:solidFill>
              <a:srgbClr val="262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a word is written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301752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Deliverability · unsubscribe · suppression</a:t>
            </a:r>
            <a:endParaRPr lang="en-US" sz="150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sender · daily send cap · pause switch</a:t>
            </a:r>
            <a:endParaRPr lang="en-US" sz="150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cap · cooldown · contact window (customer-local)</a:t>
            </a:r>
            <a:endParaRPr lang="en-US" sz="150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recoverable · case age · minimum amount</a:t>
            </a:r>
            <a:endParaRPr lang="en-US" sz="150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signals: never contacted. Code decides, not the model.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2194560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141416"/>
          </a:solidFill>
          <a:ln w="12700">
            <a:solidFill>
              <a:srgbClr val="262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the model writes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0" y="301752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amount present — parsed by AST, not vibes</a:t>
            </a:r>
            <a:endParaRPr lang="en-US" sz="150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 present · exactly one allowlisted link</a:t>
            </a:r>
            <a:endParaRPr lang="en-US" sz="150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Blocklist: discount, refund, waiver, fake deadlines</a:t>
            </a:r>
            <a:endParaRPr lang="en-US" sz="150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Tone-rung compliance · length and subject bounds</a:t>
            </a:r>
            <a:endParaRPr lang="en-US" sz="150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invalid drafts → escalate to a human. Never send.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understands the reply. In their language.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141416"/>
          </a:solidFill>
          <a:ln w="12700">
            <a:solidFill>
              <a:srgbClr val="262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377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Customer:  </a:t>
            </a:r>
            <a:pPr indent="0" marL="0">
              <a:buNone/>
            </a:pPr>
            <a:r>
              <a:rPr lang="en-US" sz="2000" i="1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“Arre yaar, ho jayega. Friday tak pakka.”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Riko:  </a:t>
            </a:r>
            <a:pPr indent="0" marL="0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detected → case frozen until Friday → payment captured → RECOVERED (promise kept)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25000"/>
              </a:lnSpc>
              <a:buSzPct val="100000"/>
              <a:buChar char="•"/>
            </a:pPr>
            <a:r>
              <a:rPr lang="en-US" sz="17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classification: promise to pay, needs time, question, card updated, already paid, hostile, dispute.</a:t>
            </a:r>
            <a:endParaRPr lang="en-US" sz="1700" dirty="0"/>
          </a:p>
          <a:p>
            <a:pPr algn="l" marL="177800" indent="-177800">
              <a:lnSpc>
                <a:spcPct val="125000"/>
              </a:lnSpc>
              <a:buSzPct val="100000"/>
              <a:buChar char="•"/>
            </a:pPr>
            <a:r>
              <a:rPr lang="en-US" sz="17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freeze the ladder — no embarrassing nudges while the customer is doing the right thing.</a:t>
            </a:r>
            <a:endParaRPr lang="en-US" sz="1700" dirty="0"/>
          </a:p>
          <a:p>
            <a:pPr algn="l" marL="177800" indent="-177800">
              <a:lnSpc>
                <a:spcPct val="125000"/>
              </a:lnSpc>
              <a:buSzPct val="100000"/>
              <a:buChar char="•"/>
            </a:pPr>
            <a:r>
              <a:rPr lang="en-US" sz="17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and hostility escalate to a human, always. Hinglish is native, not a translation layer.</a:t>
            </a:r>
            <a:endParaRPr lang="en-US" sz="1700" dirty="0"/>
          </a:p>
          <a:p>
            <a:pPr algn="l" marL="177800" indent="-177800">
              <a:lnSpc>
                <a:spcPct val="125000"/>
              </a:lnSpc>
              <a:buSzPct val="100000"/>
              <a:buChar char="•"/>
            </a:pPr>
            <a:r>
              <a:rPr lang="en-US" sz="17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from the merchant's own domain and mail server — Riko never sends from a shared account.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CONTROLS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guardrails belong to the merchant.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141416"/>
          </a:solidFill>
          <a:ln w="12700">
            <a:solidFill>
              <a:srgbClr val="262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240487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Cadence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8992" y="280720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per case · cooldown hours · age limits per exposure type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224028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141416"/>
          </a:solidFill>
          <a:ln w="12700">
            <a:solidFill>
              <a:srgbClr val="262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6592" y="240487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36592" y="280720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Customer-local contact hours · hold even the first email if wanted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224028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141416"/>
          </a:solidFill>
          <a:ln w="12700">
            <a:solidFill>
              <a:srgbClr val="2626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4192" y="240487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 rules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94192" y="280720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chase amount · high-value threshold for extra care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02336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141416"/>
          </a:solidFill>
          <a:ln w="12700">
            <a:solidFill>
              <a:srgbClr val="2626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41879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78992" y="459028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→ formal tone · gentle → firm persistence · English / Hinglish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80560" y="402336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141416"/>
          </a:solidFill>
          <a:ln w="12700">
            <a:solidFill>
              <a:srgbClr val="2626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41879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36592" y="459028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guidance in plain words — advice, never permission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402336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141416"/>
          </a:solidFill>
          <a:ln w="12700">
            <a:solidFill>
              <a:srgbClr val="2626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41879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Honesty dial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94192" y="459028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holdout % — how many cases stay silent so lift is measurable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“What Riko may do” page reflects every setting — and code enforces them after the model decides.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Measured money. Proven lift. Tamper-evident truth.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10515600" cy="2011680"/>
          </a:xfrm>
          <a:prstGeom prst="roundRect">
            <a:avLst>
              <a:gd name="adj" fmla="val 3636"/>
            </a:avLst>
          </a:prstGeom>
          <a:solidFill>
            <a:srgbClr val="141416"/>
          </a:solidFill>
          <a:ln w="12700">
            <a:solidFill>
              <a:srgbClr val="262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514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 lift  =  </a:t>
            </a:r>
            <a:pPr indent="0" marL="0">
              <a:buNone/>
            </a:pPr>
            <a:r>
              <a:rPr lang="en-US" sz="2000" b="1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 recovery rate</a:t>
            </a:r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−  </a:t>
            </a:r>
            <a:pPr indent="0" marL="0">
              <a:buNone/>
            </a:pPr>
            <a:r>
              <a:rPr lang="en-US" sz="2000" i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holdout recovery rate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31546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merchant-configured slice of cases — default 5% — is contacted by no one. The difference between the two arms is the part Riko actually caused. Recovered rupees are reported with that lift attached, per batch, exportable.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25000"/>
              </a:lnSpc>
              <a:buSzPct val="100000"/>
              <a:buChar char="•"/>
            </a:pPr>
            <a:r>
              <a:rPr lang="en-US" sz="17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transition and every LLM interaction: SHA-256 hash-chained. Tamper with the database and the chain visibly breaks.</a:t>
            </a:r>
            <a:endParaRPr lang="en-US" sz="1700" dirty="0"/>
          </a:p>
          <a:p>
            <a:pPr algn="l" marL="177800" indent="-177800">
              <a:lnSpc>
                <a:spcPct val="125000"/>
              </a:lnSpc>
              <a:buSzPct val="100000"/>
              <a:buChar char="•"/>
            </a:pPr>
            <a:r>
              <a:rPr lang="en-US" sz="17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Per-case audit trail exports as CSV — evidence, not anecdotes.</a:t>
            </a:r>
            <a:endParaRPr lang="en-US" sz="1700" dirty="0"/>
          </a:p>
          <a:p>
            <a:pPr algn="l" marL="177800" indent="-177800">
              <a:lnSpc>
                <a:spcPct val="125000"/>
              </a:lnSpc>
              <a:buSzPct val="100000"/>
              <a:buChar char="•"/>
            </a:pPr>
            <a:r>
              <a:rPr lang="en-US" sz="17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structural: fraud never contacted, disputes always escalated, opt-out honored instantly, one allowlisted link per email.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Failed payments aren't lost customers.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They're a conversation nobody was having.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2011680" cy="411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4206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Riko has that conversation — politely, provably, and within bounds the merchant drew.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RIKO  ·  Win back the revenue. Keep the customer.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Riko — Win back the revenue. Keep the customer.</dc:title>
  <dc:subject>PptxGenJS Presentation</dc:subject>
  <dc:creator>Riko</dc:creator>
  <cp:lastModifiedBy>Riko</cp:lastModifiedBy>
  <cp:revision>1</cp:revision>
  <dcterms:created xsi:type="dcterms:W3CDTF">2026-08-26T05:58:13Z</dcterms:created>
  <dcterms:modified xsi:type="dcterms:W3CDTF">2026-08-26T05:58:13Z</dcterms:modified>
</cp:coreProperties>
</file>